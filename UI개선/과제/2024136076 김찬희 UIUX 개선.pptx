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76" r:id="rId4"/>
    <p:sldId id="277" r:id="rId5"/>
    <p:sldId id="278" r:id="rId6"/>
    <p:sldId id="279" r:id="rId7"/>
    <p:sldId id="28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10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- 제목 / 부제 / 팀명·발표자·날짜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EFFB-6828-B1AE-7296-E17F1018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0F004-D9B9-371E-1418-1CD000224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CC6B5-5E0C-81E0-0D87-49D645DF6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C9AB-F34F-70C3-EBEF-EBBD9FC84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24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9DBB-83DC-DD23-AFE8-E3544881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257BD-BA38-70D9-2ABB-3690E8992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47B4F-19AF-CB54-278F-350758E2F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C9FCF-BB1B-64D5-9DFD-4ADB57A1B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7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FBC0D-2D12-D45C-0D09-5AA67855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8A26-FB4A-0ADB-8456-0395A2512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7868C-32AF-41C8-A78E-E4F42EBE0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7DF88-6A77-9C65-F6A6-355DAFB47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4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5A7E-C423-3BC8-8569-A5FEB799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16456-0EF8-DA15-BBD3-DAEAEE03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D3780-7EEB-4E12-1F2A-29A9124D4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2AC6E-85CE-1532-24EB-A8B76A7DE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87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CCB0-4601-63F3-6F47-CF28CD97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4CECF-A71F-CD18-8364-A9FF116BC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F5763-A32B-7997-FBCF-98B717AD5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개선 방향 / 기준 / 범위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0FEA5-74A2-9AC7-8721-E59E1915C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81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랜딩 페이지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/ 회원가입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대시보드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선택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스터디 세션 (개인)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통계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스터디 그룹 목록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상세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스터디룸 (그룹 세션)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플래너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공지사항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업적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마이페이지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페이지 - 문제점 / 개선 방안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/ 향후 계획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 /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1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/>
              <a:t>Watchman UI/UX </a:t>
            </a:r>
            <a:r>
              <a:rPr lang="ko-KR" altLang="en-US" sz="5400"/>
              <a:t>개선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7432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/>
              <a:t>2024136076 </a:t>
            </a:r>
            <a:r>
              <a:rPr lang="ko-KR" altLang="en-US" sz="1400"/>
              <a:t>김찬희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개요: 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/>
              <a:t>전체적인 문제점</a:t>
            </a:r>
            <a:endParaRPr lang="en-US" sz="1800" b="1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같은 지표가 세 화면에 중복된다.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개인 세션과 그룹 스터디룸이 서로 다른 서비스처럼 보인다.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상단 네비게이션 바에 자주 쓰지 않는 기능까지 들어가 있다.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같은 페이지로 들어가는 경로가 여러 개라 혼란을 줄 수 있다.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개선안</a:t>
            </a:r>
            <a:endParaRPr lang="en-US" sz="1800" b="1" dirty="0"/>
          </a:p>
        </p:txBody>
      </p:sp>
      <p:sp>
        <p:nvSpPr>
          <p:cNvPr id="8" name="Text 6"/>
          <p:cNvSpPr txBox="1"/>
          <p:nvPr/>
        </p:nvSpPr>
        <p:spPr>
          <a:xfrm>
            <a:off x="4541520" y="2288345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같은 지표나 화면이 중복되지 않도록 한 페이지에 모은다.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개인 세션과 그룹 스터디룸의 디자인을 통일한다.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페이지 중요도에 따라 네비게이션 바를 다시 구성한다.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같은 페이지로 가는 경로를 하나로 합쳐 혼란을 줄인다.</a:t>
            </a:r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/>
              <a:t>작업 방향</a:t>
            </a:r>
            <a:endParaRPr lang="en-US" sz="1800" b="1" dirty="0"/>
          </a:p>
        </p:txBody>
      </p:sp>
      <p:sp>
        <p:nvSpPr>
          <p:cNvPr id="11" name="Text 9"/>
          <p:cNvSpPr txBox="1"/>
          <p:nvPr/>
        </p:nvSpPr>
        <p:spPr>
          <a:xfrm>
            <a:off x="8260080" y="22860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중복되는 지표·버튼·화면·메뉴가 무엇인지 정리한다.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정리한 문제를 사용 흐름 순서대로 개선한다.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수정한 화면을 다시 확인하며 자잘한 부분을 다듬는다.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8ED5-0898-0C42-B881-E4278131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6B94EB-84FB-1771-3BF3-9CE21804E585}"/>
              </a:ext>
            </a:extLst>
          </p:cNvPr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개요: UX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F6CA12-1DA3-2E70-EF80-342FF41DEE5D}"/>
              </a:ext>
            </a:extLst>
          </p:cNvPr>
          <p:cNvSpPr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D2CF59-C0A7-5CF4-2B05-276EBD113099}"/>
              </a:ext>
            </a:extLst>
          </p:cNvPr>
          <p:cNvSpPr txBox="1"/>
          <p:nvPr/>
        </p:nvSpPr>
        <p:spPr>
          <a:xfrm>
            <a:off x="8229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/>
              <a:t>추가되면 좋을 비즈니스 로직</a:t>
            </a:r>
            <a:endParaRPr lang="en-US" sz="180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C17BC6-EEC3-6731-FB0B-E422BC065A71}"/>
              </a:ext>
            </a:extLst>
          </p:cNvPr>
          <p:cNvSpPr txBox="1"/>
          <p:nvPr/>
        </p:nvSpPr>
        <p:spPr>
          <a:xfrm>
            <a:off x="822960" y="22860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화상 과외 기능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커뮤니티 기능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학원 매칭 기능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내신 문제 분석 기능 (AI 활용)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3F4D68-6A77-704A-A715-22134EC95C95}"/>
              </a:ext>
            </a:extLst>
          </p:cNvPr>
          <p:cNvSpPr/>
          <p:nvPr/>
        </p:nvSpPr>
        <p:spPr>
          <a:xfrm>
            <a:off x="438912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3F3E1E-6FC5-1784-D13C-D9C9B9D3B041}"/>
              </a:ext>
            </a:extLst>
          </p:cNvPr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이유</a:t>
            </a:r>
            <a:endParaRPr lang="en-US" sz="180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0BAFFE-D78C-47DF-C0EF-D3F1CE37EF9D}"/>
              </a:ext>
            </a:extLst>
          </p:cNvPr>
          <p:cNvSpPr txBox="1"/>
          <p:nvPr/>
        </p:nvSpPr>
        <p:spPr>
          <a:xfrm>
            <a:off x="4541520" y="2288345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화상 과외 수요를 끌어와 부족한 수익 모델을 보완할 수 있다. (김과외 참고)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학교·과목별로 학생들이 모이면 서비스를 계속 쓸 이유가 생긴다. (에브리타임 참고)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학원 매칭과 내신 분석으로 내신 관리를 원하는 학생층까지 넓힐 수 있다.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8DFDBDF-C9ED-9D66-0A11-F341B3020FEF}"/>
              </a:ext>
            </a:extLst>
          </p:cNvPr>
          <p:cNvSpPr/>
          <p:nvPr/>
        </p:nvSpPr>
        <p:spPr>
          <a:xfrm>
            <a:off x="813816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1584EF-1A01-A1B0-7578-2042C06F0292}"/>
              </a:ext>
            </a:extLst>
          </p:cNvPr>
          <p:cNvSpPr txBox="1"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/>
              <a:t>작업 방향</a:t>
            </a:r>
            <a:endParaRPr lang="en-US" sz="18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D7CD47-9AED-FC2C-B730-23497A535E29}"/>
              </a:ext>
            </a:extLst>
          </p:cNvPr>
          <p:cNvSpPr txBox="1"/>
          <p:nvPr/>
        </p:nvSpPr>
        <p:spPr>
          <a:xfrm>
            <a:off x="8260080" y="228600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기존 '그룹 스터디' 기능을 활용해 화상 과외를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커뮤니티 기능을 새로 설계하고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커뮤니티를 확장해 학원 매칭 기능으로 잇는다.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Spring AI를 활용해 내신 문제 분석 기능을 만든다.</a:t>
            </a:r>
          </a:p>
        </p:txBody>
      </p:sp>
    </p:spTree>
    <p:extLst>
      <p:ext uri="{BB962C8B-B14F-4D97-AF65-F5344CB8AC3E}">
        <p14:creationId xmlns:p14="http://schemas.microsoft.com/office/powerpoint/2010/main" val="166080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6397-FF52-BF2B-C04F-D9710844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234747-2D2B-68B4-EDBF-47E2F30FFD8A}"/>
              </a:ext>
            </a:extLst>
          </p:cNvPr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화상 과외 기능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067051-B3D8-C481-F4E2-01E5A4753DFD}"/>
              </a:ext>
            </a:extLst>
          </p:cNvPr>
          <p:cNvSpPr/>
          <p:nvPr/>
        </p:nvSpPr>
        <p:spPr>
          <a:xfrm>
            <a:off x="640080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850D4C-A7D9-B81C-9A95-A2DC15C9F1D7}"/>
              </a:ext>
            </a:extLst>
          </p:cNvPr>
          <p:cNvSpPr txBox="1"/>
          <p:nvPr/>
        </p:nvSpPr>
        <p:spPr>
          <a:xfrm>
            <a:off x="822960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b="1"/>
              <a:t>화상 과외 기능</a:t>
            </a:r>
            <a:endParaRPr lang="en-US" sz="180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4471BE-A1B0-08C2-637D-502D755B62F8}"/>
              </a:ext>
            </a:extLst>
          </p:cNvPr>
          <p:cNvSpPr txBox="1"/>
          <p:nvPr/>
        </p:nvSpPr>
        <p:spPr>
          <a:xfrm>
            <a:off x="822959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과외 선생님과 학생을 연결해 온라인으로 수업할 수 있는 기능이다.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학생 입장에서는 과외비가 저렴하고, 장소와 시간의 제약이 적다.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집중도 측정으로 들어온 학생이 자연스럽게 과외까지 이어서 쓸 수 있다.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매칭 수수료를 통해 수익 모델이 부족한 Watchman에 수익 구조를 만들 수 있다.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D68CE2A7-ACCD-7D08-F307-1D6D7EC582EA}"/>
              </a:ext>
            </a:extLst>
          </p:cNvPr>
          <p:cNvSpPr/>
          <p:nvPr/>
        </p:nvSpPr>
        <p:spPr>
          <a:xfrm>
            <a:off x="6173371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79A45216-5AE9-1C9E-9939-554BFCA3181D}"/>
              </a:ext>
            </a:extLst>
          </p:cNvPr>
          <p:cNvSpPr txBox="1"/>
          <p:nvPr/>
        </p:nvSpPr>
        <p:spPr>
          <a:xfrm>
            <a:off x="6356251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구현 방향</a:t>
            </a:r>
            <a:endParaRPr lang="en-US" sz="180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A53B4376-E310-9751-4716-DD729DA6AC58}"/>
              </a:ext>
            </a:extLst>
          </p:cNvPr>
          <p:cNvSpPr txBox="1"/>
          <p:nvPr/>
        </p:nvSpPr>
        <p:spPr>
          <a:xfrm>
            <a:off x="6356250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'김과외' 앱을 분석해 참고할 점을 정리한다.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 '그룹 스터디' 기능을 활용해 화상 과외를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'커뮤니티' 기능을 활용해 선생님 매칭을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수수료, 매칭비 등 수익 구조를 붙인다.</a:t>
            </a:r>
          </a:p>
        </p:txBody>
      </p:sp>
    </p:spTree>
    <p:extLst>
      <p:ext uri="{BB962C8B-B14F-4D97-AF65-F5344CB8AC3E}">
        <p14:creationId xmlns:p14="http://schemas.microsoft.com/office/powerpoint/2010/main" val="307688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E54F-EF38-C0B2-1DB1-68C21175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34D8AA-3584-4608-87F4-C33F6A9C66A1}"/>
              </a:ext>
            </a:extLst>
          </p:cNvPr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커뮤니티 기능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07FD3F3-7193-4057-EA29-2E6EDA8C7340}"/>
              </a:ext>
            </a:extLst>
          </p:cNvPr>
          <p:cNvSpPr/>
          <p:nvPr/>
        </p:nvSpPr>
        <p:spPr>
          <a:xfrm>
            <a:off x="640080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C7B474-2383-D24A-A9F3-3C4729AF17C8}"/>
              </a:ext>
            </a:extLst>
          </p:cNvPr>
          <p:cNvSpPr txBox="1"/>
          <p:nvPr/>
        </p:nvSpPr>
        <p:spPr>
          <a:xfrm>
            <a:off x="822960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커뮤니티 기능</a:t>
            </a:r>
            <a:endParaRPr lang="en-US" sz="180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6514B1-A76C-C42E-9DD2-A9422AF6D9C2}"/>
              </a:ext>
            </a:extLst>
          </p:cNvPr>
          <p:cNvSpPr txBox="1"/>
          <p:nvPr/>
        </p:nvSpPr>
        <p:spPr>
          <a:xfrm>
            <a:off x="822959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같은 학교, 같은 학원처럼 공통점이 있는 학생들이 모여 정보를 나누는 기능이다.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교과서·문제집 중고거래, 시간표, 가정통신문, 숙제처럼 학교생활에 필요한 정보도 함께 제공한다.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중·고등학생은 '에브리타임' 같은 커뮤니티가 마땅치 않아 수요를 가져올 수 있다.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C0D5733-CF3E-5C9D-FEB2-9506F7EC2564}"/>
              </a:ext>
            </a:extLst>
          </p:cNvPr>
          <p:cNvSpPr/>
          <p:nvPr/>
        </p:nvSpPr>
        <p:spPr>
          <a:xfrm>
            <a:off x="6173371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1DF55F0-9D59-420B-68BA-00D810B62CA4}"/>
              </a:ext>
            </a:extLst>
          </p:cNvPr>
          <p:cNvSpPr txBox="1"/>
          <p:nvPr/>
        </p:nvSpPr>
        <p:spPr>
          <a:xfrm>
            <a:off x="6356251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구현 방향</a:t>
            </a:r>
            <a:endParaRPr lang="en-US" sz="180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840265D-5C79-0E2E-872A-889C8D23C6F7}"/>
              </a:ext>
            </a:extLst>
          </p:cNvPr>
          <p:cNvSpPr txBox="1"/>
          <p:nvPr/>
        </p:nvSpPr>
        <p:spPr>
          <a:xfrm>
            <a:off x="6356250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'에브리타임' 앱을 분석해 참고할 점을 정리한다.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게시판 중심의 커뮤니티 기능을 먼저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이후 중고거래, 시간표, 가정통신문, 숙제 기능을 추가한다.</a:t>
            </a:r>
          </a:p>
        </p:txBody>
      </p:sp>
    </p:spTree>
    <p:extLst>
      <p:ext uri="{BB962C8B-B14F-4D97-AF65-F5344CB8AC3E}">
        <p14:creationId xmlns:p14="http://schemas.microsoft.com/office/powerpoint/2010/main" val="398461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35C6E-0CEF-6934-8F9C-E17BEBBE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2F7156-112B-8022-B9AE-C7686A3DC206}"/>
              </a:ext>
            </a:extLst>
          </p:cNvPr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/>
              <a:t>학원 매칭 기능</a:t>
            </a:r>
            <a:endParaRPr lang="en-US" sz="32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CE186C-E2FA-5079-A95D-8991E56E65AB}"/>
              </a:ext>
            </a:extLst>
          </p:cNvPr>
          <p:cNvSpPr/>
          <p:nvPr/>
        </p:nvSpPr>
        <p:spPr>
          <a:xfrm>
            <a:off x="640080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B176C0-4A39-52EF-54E7-7EE668FE5558}"/>
              </a:ext>
            </a:extLst>
          </p:cNvPr>
          <p:cNvSpPr txBox="1"/>
          <p:nvPr/>
        </p:nvSpPr>
        <p:spPr>
          <a:xfrm>
            <a:off x="822960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학원 매칭 기능</a:t>
            </a:r>
            <a:endParaRPr lang="en-US" sz="180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BAB77A-406E-7491-DA80-8DC44A41EB22}"/>
              </a:ext>
            </a:extLst>
          </p:cNvPr>
          <p:cNvSpPr txBox="1"/>
          <p:nvPr/>
        </p:nvSpPr>
        <p:spPr>
          <a:xfrm>
            <a:off x="822959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학생의 상황에 맞는 학원을 찾아주는 기능이다.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내신, 정시 등 목표에 따라 학원을 추천해 원하는 조건의 학원을 쉽게 찾을 수 있다.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커뮤니티에 쌓인 학원 정보와 후기를 그대로 활용할 수 있다.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5D78BF6D-76FC-E9D3-5831-BC034C14F203}"/>
              </a:ext>
            </a:extLst>
          </p:cNvPr>
          <p:cNvSpPr/>
          <p:nvPr/>
        </p:nvSpPr>
        <p:spPr>
          <a:xfrm>
            <a:off x="6173371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A18C7146-A504-81CC-FA49-827C1E507952}"/>
              </a:ext>
            </a:extLst>
          </p:cNvPr>
          <p:cNvSpPr txBox="1"/>
          <p:nvPr/>
        </p:nvSpPr>
        <p:spPr>
          <a:xfrm>
            <a:off x="6356251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구현 방향</a:t>
            </a:r>
            <a:endParaRPr lang="en-US" sz="180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5A313BD-4F44-92BC-29D2-057683379CA3}"/>
              </a:ext>
            </a:extLst>
          </p:cNvPr>
          <p:cNvSpPr txBox="1"/>
          <p:nvPr/>
        </p:nvSpPr>
        <p:spPr>
          <a:xfrm>
            <a:off x="6356250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'커뮤니티' 기능을 바탕으로 매칭 기능을 만든다.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지역, 과목, 목표 등 조건으로 학원을 검색할 수 있게 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학원 후기와 평점을 함께 보여준다.</a:t>
            </a:r>
          </a:p>
        </p:txBody>
      </p:sp>
    </p:spTree>
    <p:extLst>
      <p:ext uri="{BB962C8B-B14F-4D97-AF65-F5344CB8AC3E}">
        <p14:creationId xmlns:p14="http://schemas.microsoft.com/office/powerpoint/2010/main" val="266410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393B-6CAA-F76E-6B97-74AFA3D2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4EECC6-B1EB-E240-4B68-59781972FBF7}"/>
              </a:ext>
            </a:extLst>
          </p:cNvPr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/>
              <a:t>내신 문제 분석 기능</a:t>
            </a:r>
            <a:r>
              <a:rPr lang="en-US" altLang="ko-KR" sz="3200" b="1"/>
              <a:t>(AI </a:t>
            </a:r>
            <a:r>
              <a:rPr lang="ko-KR" altLang="en-US" sz="3200" b="1"/>
              <a:t>활용</a:t>
            </a:r>
            <a:r>
              <a:rPr lang="en-US" altLang="ko-KR" sz="3200" b="1"/>
              <a:t>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3AF073-D70E-4284-5390-66D2113CEC17}"/>
              </a:ext>
            </a:extLst>
          </p:cNvPr>
          <p:cNvSpPr/>
          <p:nvPr/>
        </p:nvSpPr>
        <p:spPr>
          <a:xfrm>
            <a:off x="640080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322229-9A00-6A9B-EFF7-8720D30FFA2C}"/>
              </a:ext>
            </a:extLst>
          </p:cNvPr>
          <p:cNvSpPr txBox="1"/>
          <p:nvPr/>
        </p:nvSpPr>
        <p:spPr>
          <a:xfrm>
            <a:off x="822960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b="1"/>
              <a:t>내신 문제 분석 기능</a:t>
            </a:r>
            <a:r>
              <a:rPr lang="en-US" altLang="ko-KR" b="1"/>
              <a:t>(AI </a:t>
            </a:r>
            <a:r>
              <a:rPr lang="ko-KR" altLang="en-US" b="1"/>
              <a:t>활용</a:t>
            </a:r>
            <a:r>
              <a:rPr lang="en-US" altLang="ko-KR" b="1"/>
              <a:t>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15B221-D9A7-0620-8555-F558E2200CEA}"/>
              </a:ext>
            </a:extLst>
          </p:cNvPr>
          <p:cNvSpPr txBox="1"/>
          <p:nvPr/>
        </p:nvSpPr>
        <p:spPr>
          <a:xfrm>
            <a:off x="822959" y="228600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내신은 학교와 선생님에 따라 출제 성향이 달라서, AI로 기출 문제를 분석해 내신 준비를 돕는 기능이다.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학교별 출제 경향을 정리해 어떤 부분을 더 봐야 하는지 알려준다.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내신에 특화된 분석 서비스는 아직 흔하지 않아 차별점이 될 수 있다.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56869315-2CB2-1283-A2BF-BE00BF2704DF}"/>
              </a:ext>
            </a:extLst>
          </p:cNvPr>
          <p:cNvSpPr/>
          <p:nvPr/>
        </p:nvSpPr>
        <p:spPr>
          <a:xfrm>
            <a:off x="6173371" y="1554480"/>
            <a:ext cx="53504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C4A638E6-4779-9EE9-F411-B8DACAC47469}"/>
              </a:ext>
            </a:extLst>
          </p:cNvPr>
          <p:cNvSpPr txBox="1"/>
          <p:nvPr/>
        </p:nvSpPr>
        <p:spPr>
          <a:xfrm>
            <a:off x="6356251" y="1737360"/>
            <a:ext cx="4997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/>
              <a:t>구현 방향</a:t>
            </a:r>
            <a:endParaRPr lang="en-US" sz="1800" b="1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1D58687-7D8B-6B1B-E044-93307024C117}"/>
              </a:ext>
            </a:extLst>
          </p:cNvPr>
          <p:cNvSpPr txBox="1"/>
          <p:nvPr/>
        </p:nvSpPr>
        <p:spPr>
          <a:xfrm>
            <a:off x="6371494" y="2331720"/>
            <a:ext cx="499754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Spring AI를 활용해 문제 분석 기능을 구현한다.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학교·과목별 기출 문제를 모으는 방법을 정한다.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분석 결과를 플래너·통계와 연결해 학습 계획으로 잇는다.</a:t>
            </a:r>
          </a:p>
        </p:txBody>
      </p:sp>
    </p:spTree>
    <p:extLst>
      <p:ext uri="{BB962C8B-B14F-4D97-AF65-F5344CB8AC3E}">
        <p14:creationId xmlns:p14="http://schemas.microsoft.com/office/powerpoint/2010/main" val="187728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랜딩 페이지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진입 버튼을 하나로 모으고 서비스 설명을 보강한다.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진입 버튼이 3개로 갈라진다.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어떤 서비스인지 직관적으로 설명하지 못한다.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스크롤 유도 신호가 없다.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진입 버튼은 '시작하기' 하나로 통일한다.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서비스 설명 문구와 예시 화면을 함께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아래에 내용이 더 있다는 스크롤 신호를 넣는다.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/ 회원가입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6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로그인 영역을 키워 화면 비율을 맞춘다.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로그인 박스가 전체 화면에 비해 너무 작아 직관성이 떨어진다.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로고가 작아서 눈에 잘 띄지 않는다.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'비회원으로 시작하기'가 아래쪽에 묻혀 있다.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로그인 박스를 키워 직관성과 접근성을 높인다.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로고 크기를 키워 위쪽 여백을 메운다.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비회원 시작 버튼을 눈에 띄는 위치로 올린다.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대시보드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7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7532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중복 정보를 정리하고 진입 버튼을 하나로 만든다.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'공부 시작하기' 버튼이 2개라 같은 페이지로 가는 경로가 나뉜다.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'내 통계' 페이지와 겹치는 정보가 많다.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굳이 필요하지 않은 문구가 많다.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'공부 시작하기' 버튼은 눈에 잘 띄는 중앙에 하나만 배치한다.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'최근 세션'은 '내 통계' 페이지에서만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불필요한 문구를 정리해 직관성을 높인다.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선택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카드 폭을 넓혀 빈 공간을 줄인다.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좌우 여백이 너무 크다.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세션이 적을 때 아래쪽이 비어 보인다.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세션 이름이 모두 날짜라 어떤 세션인지 구분하기 어렵다.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세션 카드의 좌우를 늘려 여백을 메운다.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세션이 없을 때는 안내 문구와 시작 버튼을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세션 이름을 직접 정할 수 있게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세션 (개인)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7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599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우측 패널을 묶어서 정리한다.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우측 패널의 직관성이 떨어진다.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음악, 앰비언스, 타이머, 세션 정보가 한 줄로 쌓여 있어 볼 곳이 많다.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집중 상태 표시가 상단과 영상 위에 나뉘어 있다.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우측 패널을 '집중 현황'과 '사운드'로 묶어 정리한다.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집중 상태 표시는 영상 위 한 곳으로 통일한다.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사운드 설정은 접었다 펼 수 있게 만든다.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28173ED-5D1D-3721-B1CB-34B7A31C0C64}"/>
              </a:ext>
            </a:extLst>
          </p:cNvPr>
          <p:cNvSpPr/>
          <p:nvPr/>
        </p:nvSpPr>
        <p:spPr>
          <a:xfrm>
            <a:off x="2858477" y="2353733"/>
            <a:ext cx="917656" cy="100362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통계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8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통계를 이 페이지로 모으고 빈 그래프를 정리한다.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홈 화면과 겹치는 카드가 그대로 반복된다.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기록이 적을 때 '0m' 같은 값이 그대로 보여 그래프가 어색하다.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내용이 아래로 길게 이어져 한눈에 들어오지 않는다.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통계는 이 페이지에 모으고 홈에서는 간단한 요약만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기록이 없는 날은 빈 그래프 대신 안내 문구를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주요 지표를 위쪽에 모아 스크롤 없이 확인할 수 있게 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그룹 목록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그룹이 적을 때의 화면을 보완한다.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그룹이 하나뿐일 때 화면 아래가 비어 보인다.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카드 안 정보가 작아 눈에 잘 들어오지 않는다.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'그룹 만들기'와 '코드로 참여' 중 무엇을 눌러야 할지 알기 어렵다.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그룹이 없거나 적을 때 안내 문구를 함께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카드 폭을 넓히고 정보 크기를 키운다.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두 버튼에 짧은 설명을 붙여 역할을 구분한다.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상세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초대 중심으로 화면을 다시 구성한다.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멤버가 한 명일 때도 랭킹이 그대로 나와 의미가 없다.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초대 코드가 오른쪽 위에 작게 있어 눈에 띄지 않는다.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'그룹 폐쇄' 버튼이 주요 버튼과 가까워 잘못 누를 수 있다.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멤버가 적을 때는 랭킹 대신 초대 안내를 먼저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초대 코드를 크게 배치하고 복사 버튼을 함께 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'그룹 폐쇄'는 아래로 분리하고 확인 창을 한 번 더 띄운다.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스터디룸 (그룹 세션)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9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개인 세션과 구성을 통일한다.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개인 세션과 구성이 달라 조작 방법을 다시 익혀야 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버튼이 화면 위쪽에 있어 개인 세션과 위치가 다르다.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음악, 앰비언스 기능이 빠져 있다.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개인 세션과 같은 구조로 맞추고 버튼 위치를 통일한다.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채팅은 접었다 펼 수 있게 만들어 화면을 넓게 쓴다.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개인 세션의 사운드 기능을 똑같이 제공한다.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E4BD9DA-9B7C-4D42-DC26-23CBF18128EE}"/>
              </a:ext>
            </a:extLst>
          </p:cNvPr>
          <p:cNvSpPr/>
          <p:nvPr/>
        </p:nvSpPr>
        <p:spPr>
          <a:xfrm>
            <a:off x="3146342" y="2927187"/>
            <a:ext cx="1679657" cy="184801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할 일을 넣는 흐름을 쉽게 만든다.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할 일이 없을 때 달력만 남아 화면이 비어 보인다.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날짜를 눌러야 입력창이 나와서 처음 쓰면 방법을 모른다.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D-Day 관리가 아래쪽에 있어 잘 보이지 않는다.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할 일이 없을 때 추가 버튼과 안내 문구를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달력 옆에 오늘 할 일 목록을 항상 띄워둔다.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D-Day를 위쪽 요약 카드와 함께 배치한다.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목록 영역을 채우고 미리보기를 넣는다.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공지가 적을 때 화면 대부분이 빈 공간으로 남는다.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제목만 보여서 눌러보기 전에는 내용을 알 수 없다.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공지 종류를 구분해서 보기 어렵다.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목록 영역을 넓히고 공지가 없을 때 안내 문구를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제목 아래에 내용 일부를 미리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위쪽에 종류별 필터를 추가한다.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9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진행 상황이 보이도록 정리한다.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달성하지 못한 업적이 회색으로만 표시돼 목표가 잘 보이지 않는다.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업적 수가 많아 계속 아래로 내려야 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다음에 무엇을 하면 얻을 수 있는지 알기 어렵다.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달성이 가까운 업적을 위쪽에 따로 모아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각 업적에 진행률을 표시한다.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카테고리 탭을 기본으로 써서 한 번에 보이는 양을 줄인다.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29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중복 정보를 줄이고 진입 경로를 정리한다.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공부 현황 카드가 홈, 내 통계와 똑같이 반복된다.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상단 메뉴에 없고 프로필을 눌러야만 들어올 수 있다.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설정이 '변경' 버튼 위주라 지금 값이 잘 보이지 않는다.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공부 현황은 요약만 남기고 자세한 내용은 '내 통계'로 연결한다.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프로필을 누르면 메뉴가 열리도록 해 진입 경로를 분명히 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현재 설정값을 크게 보여주고 변경 버튼을 옆에 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페이지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스크린샷_2026-09-08_103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675120" cy="3529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00" dirty="0"/>
              <a:t>서비스 전체와 디자인을 통일한다.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78308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사용자 화면과 색, 분위기가 달라 다른 서비스처럼 보인다.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답변 내용이 표 안에 들어가 있어 읽기 불편하다.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문의가 늘어나면 원하는 항목을 찾기 어려운 구조다.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68096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80960" y="448056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6177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사용자 화면과 같은 색과 버튼 모양을 사용한다.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답변은 표에서 분리해 상세 화면에서 보여준다.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검색과 상태별 필터를 추가한다.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UI는 중복된 정보와 흩어진 진입 경로를 정리해 화면을 단순하게 만든다.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개인 세션과 그룹 스터디룸처럼 비슷한 화면은 구성과 조작 방법을 통일한다.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기록이 없을 때도 다음에 무엇을 하면 되는지 안내해 빈 화면을 줄인다.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UX는 화상 과외, 커뮤니티, 학원 매칭, 내신 문제 분석 기능을 더해 서비스 범위를 넓힌다.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커뮤니티를 먼저 만들고, 그 위에 매칭과 과외 기능을 붙이는 순서로 진행한다.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3200" b="1" dirty="0"/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1730</Words>
  <Application>Microsoft Office PowerPoint</Application>
  <PresentationFormat>와이드스크린</PresentationFormat>
  <Paragraphs>371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찬희 김</cp:lastModifiedBy>
  <cp:revision>3</cp:revision>
  <dcterms:created xsi:type="dcterms:W3CDTF">2026-09-08T01:34:37Z</dcterms:created>
  <dcterms:modified xsi:type="dcterms:W3CDTF">2026-09-08T12:06:53Z</dcterms:modified>
</cp:coreProperties>
</file>